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ED21-B8F7-0031-D84B-E5296D415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184E4-9269-304B-FB30-454BD3E75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7DD57-1695-885C-A3F4-E27ACC04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C38B8-FEA3-9A90-1C33-DB3D6D7CF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C58C-76D7-20C3-D916-D80368B6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2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AEAA-9E43-4267-3615-7205EB22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01C0-6FBD-069D-7D8A-B42D6577E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2E94D-A78F-62E8-3F12-01E03A0C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019F-5B24-7681-A136-80027F01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CE524-6B19-DE66-835A-B34EFE1C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4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11BE-BC15-E490-E00E-262DCE31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4213-6C5B-A566-EC6C-5619CE78E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0128E-0BE4-034D-6AAD-9F873E46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C57EB-06FB-0378-E29A-5280ACB6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0AE5-644D-EEE4-DF7B-DFBB023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1CDB-BB82-C97E-3FA0-4658D568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29683-E3C6-0B47-339B-8C381A767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B3A35-2D91-3126-7F4F-5D37AC3F9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A0D0B-70CD-AC14-25BA-77437BECF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7A6A0-DA21-3E1F-B0CC-A06E4306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22B26-A632-455D-C0CC-43805385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9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E9C3-9551-8D07-F5EE-4D7D4169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050CF-1D9C-EC29-0090-F7143AE42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CE036-1661-5ADA-2F69-050ACE079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BC285-CAFD-45A1-C161-B4891F635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DBF82-4A8F-988B-B7A2-A346B3588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924F7-31DC-098A-C148-0BB06A3E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108D1-28AC-4CE8-25F7-42AEEB95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4F658-7A8F-5C9E-94C1-1BE66D7F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1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C869-B770-8802-3E35-BDBD398E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7DC5D-B1E2-9426-7A3F-EF2C6CA6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8E522-DEE5-F1B0-3479-67E420A5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BD5A8-5D11-E86B-7567-E1F96420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D7151-939B-57F7-8606-544501C8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EBF84-CF6D-25AF-52B4-176D4C69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53BD7-E10E-0ACD-D6E6-DD772AF9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3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C93C-1128-65BB-D5C3-0BACD932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3E98-26BB-31FA-BBF6-E9C5AE907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96D72-A578-FA0B-FCFB-1CA43E951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F593-2388-7B0A-4A38-45A08F8A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5C28-DB51-B123-4F98-40359E07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0D1D4-F8C1-B3B9-C641-E50A48EB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9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35A9-EF6C-0C95-2B7C-ADD7DC47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2D859-33E8-AEF3-F4E4-0E16C0F8C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CEE00-CA97-4BAF-EF33-C5B6960B4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70C75-17B8-3F2F-C9AD-A5BEFED6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EB745-F27E-7C68-B8B2-BFCF349E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D441A-9CB6-6D55-8035-DD8E85BB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3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CCBF-4DDD-B86E-5586-57B1E04F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DDB0A-DAF8-2510-1A5C-CB16CBA56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AD519-DB2D-93E1-A269-F7883681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ADCF-568A-D64A-316B-8AF669F4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4B519-91DD-7471-DBF9-A2AA5290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6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FF271-14BC-58A4-3148-B3838A7CB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559AD-8000-F179-9A80-0623A71C3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C17C-5EBA-29A2-18E9-A16B2943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075E-E2A3-E9BD-83E8-C294BEB3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17BEB-FE88-5268-41CE-6EDB7FBF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7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A6114-8261-10CB-2109-761F9705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0A02D-B511-F838-A025-13E4D8EB0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707E-EF08-85EC-4543-1833BF0BF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123D8-0F8A-6944-BED2-9EA5ABAD4F0E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C77D9-B97F-219A-B68F-40622DB78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95825-09D8-152C-EA8F-D56EB8501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16E38-11A1-A849-9A43-B3098AFC2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AF27EA-5A38-50EF-210E-EFFD9DB054F2}"/>
              </a:ext>
            </a:extLst>
          </p:cNvPr>
          <p:cNvSpPr/>
          <p:nvPr/>
        </p:nvSpPr>
        <p:spPr>
          <a:xfrm>
            <a:off x="135925" y="152400"/>
            <a:ext cx="7685904" cy="5395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F02F8-A2BD-3753-8296-967AD7803077}"/>
              </a:ext>
            </a:extLst>
          </p:cNvPr>
          <p:cNvSpPr/>
          <p:nvPr/>
        </p:nvSpPr>
        <p:spPr>
          <a:xfrm>
            <a:off x="135924" y="847810"/>
            <a:ext cx="7685904" cy="26723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FA4325-30FD-B2C8-6E37-EBE80E5A3BD7}"/>
              </a:ext>
            </a:extLst>
          </p:cNvPr>
          <p:cNvSpPr/>
          <p:nvPr/>
        </p:nvSpPr>
        <p:spPr>
          <a:xfrm>
            <a:off x="135923" y="3756954"/>
            <a:ext cx="7685903" cy="29486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2AA09-2D38-9529-CCA8-00D97A741FAF}"/>
              </a:ext>
            </a:extLst>
          </p:cNvPr>
          <p:cNvSpPr txBox="1"/>
          <p:nvPr/>
        </p:nvSpPr>
        <p:spPr>
          <a:xfrm>
            <a:off x="135923" y="152400"/>
            <a:ext cx="1131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0F788-66FB-DE27-FDDF-3A24297D4519}"/>
              </a:ext>
            </a:extLst>
          </p:cNvPr>
          <p:cNvSpPr txBox="1"/>
          <p:nvPr/>
        </p:nvSpPr>
        <p:spPr>
          <a:xfrm>
            <a:off x="135923" y="84781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7C76D-8632-1F4D-90B6-C8C0E458F01B}"/>
              </a:ext>
            </a:extLst>
          </p:cNvPr>
          <p:cNvSpPr txBox="1"/>
          <p:nvPr/>
        </p:nvSpPr>
        <p:spPr>
          <a:xfrm>
            <a:off x="135923" y="377360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7FBAEC-A5C3-C6E7-929B-0BA41C61335E}"/>
              </a:ext>
            </a:extLst>
          </p:cNvPr>
          <p:cNvCxnSpPr>
            <a:cxnSpLocks/>
          </p:cNvCxnSpPr>
          <p:nvPr/>
        </p:nvCxnSpPr>
        <p:spPr>
          <a:xfrm>
            <a:off x="135923" y="1212336"/>
            <a:ext cx="10849234" cy="13979"/>
          </a:xfrm>
          <a:prstGeom prst="line">
            <a:avLst/>
          </a:prstGeom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278A55C-994D-F555-F274-3CBA6D40AC64}"/>
              </a:ext>
            </a:extLst>
          </p:cNvPr>
          <p:cNvSpPr txBox="1"/>
          <p:nvPr/>
        </p:nvSpPr>
        <p:spPr>
          <a:xfrm>
            <a:off x="8896873" y="860167"/>
            <a:ext cx="211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REST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8692EC-D4C0-E8C1-FA31-17402C7CEB3B}"/>
              </a:ext>
            </a:extLst>
          </p:cNvPr>
          <p:cNvSpPr/>
          <p:nvPr/>
        </p:nvSpPr>
        <p:spPr>
          <a:xfrm>
            <a:off x="1470453" y="1285100"/>
            <a:ext cx="4238369" cy="407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 Server Implementation (</a:t>
            </a:r>
            <a:r>
              <a:rPr lang="en-US" dirty="0" err="1"/>
              <a:t>Javalin</a:t>
            </a:r>
            <a:r>
              <a:rPr lang="en-US" dirty="0"/>
              <a:t>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9C455F-E73B-2ED6-846F-916FEBCA4FA5}"/>
              </a:ext>
            </a:extLst>
          </p:cNvPr>
          <p:cNvCxnSpPr>
            <a:cxnSpLocks/>
          </p:cNvCxnSpPr>
          <p:nvPr/>
        </p:nvCxnSpPr>
        <p:spPr>
          <a:xfrm>
            <a:off x="135923" y="1786235"/>
            <a:ext cx="10849234" cy="27274"/>
          </a:xfrm>
          <a:prstGeom prst="line">
            <a:avLst/>
          </a:prstGeom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EB73DF-F2A9-9D35-4CE5-81353D862554}"/>
              </a:ext>
            </a:extLst>
          </p:cNvPr>
          <p:cNvSpPr txBox="1"/>
          <p:nvPr/>
        </p:nvSpPr>
        <p:spPr>
          <a:xfrm>
            <a:off x="8896873" y="1446423"/>
            <a:ext cx="211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Business Logic  API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A4E4F6-8546-2086-BD1E-72CE2F165254}"/>
              </a:ext>
            </a:extLst>
          </p:cNvPr>
          <p:cNvSpPr/>
          <p:nvPr/>
        </p:nvSpPr>
        <p:spPr>
          <a:xfrm>
            <a:off x="1470454" y="1903622"/>
            <a:ext cx="4238368" cy="407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 Implementation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E80952-2F2B-A05E-168C-BBF30E96D32B}"/>
              </a:ext>
            </a:extLst>
          </p:cNvPr>
          <p:cNvCxnSpPr>
            <a:cxnSpLocks/>
          </p:cNvCxnSpPr>
          <p:nvPr/>
        </p:nvCxnSpPr>
        <p:spPr>
          <a:xfrm>
            <a:off x="135923" y="2392400"/>
            <a:ext cx="10824520" cy="5348"/>
          </a:xfrm>
          <a:prstGeom prst="line">
            <a:avLst/>
          </a:prstGeom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89A507-6FC9-6E9D-E3B6-C064CA0524E6}"/>
              </a:ext>
            </a:extLst>
          </p:cNvPr>
          <p:cNvSpPr txBox="1"/>
          <p:nvPr/>
        </p:nvSpPr>
        <p:spPr>
          <a:xfrm>
            <a:off x="8896873" y="2027874"/>
            <a:ext cx="211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Persistence  API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508B3D-33D4-A12B-C307-2E33DAC595BF}"/>
              </a:ext>
            </a:extLst>
          </p:cNvPr>
          <p:cNvSpPr/>
          <p:nvPr/>
        </p:nvSpPr>
        <p:spPr>
          <a:xfrm>
            <a:off x="1470454" y="2486448"/>
            <a:ext cx="4238368" cy="4077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Persistence Implementation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133D90-8330-65BA-A80F-1CA6E907B0D8}"/>
              </a:ext>
            </a:extLst>
          </p:cNvPr>
          <p:cNvCxnSpPr>
            <a:cxnSpLocks/>
          </p:cNvCxnSpPr>
          <p:nvPr/>
        </p:nvCxnSpPr>
        <p:spPr>
          <a:xfrm>
            <a:off x="135923" y="2962869"/>
            <a:ext cx="10849234" cy="50267"/>
          </a:xfrm>
          <a:prstGeom prst="line">
            <a:avLst/>
          </a:prstGeom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7CB41D-8614-0193-7E71-B333AD7949FE}"/>
              </a:ext>
            </a:extLst>
          </p:cNvPr>
          <p:cNvSpPr txBox="1"/>
          <p:nvPr/>
        </p:nvSpPr>
        <p:spPr>
          <a:xfrm>
            <a:off x="8896873" y="2647771"/>
            <a:ext cx="211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JDBC  API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08BC4-00B7-DBA0-0EC1-341371AFD18B}"/>
              </a:ext>
            </a:extLst>
          </p:cNvPr>
          <p:cNvSpPr/>
          <p:nvPr/>
        </p:nvSpPr>
        <p:spPr>
          <a:xfrm>
            <a:off x="1456920" y="3061216"/>
            <a:ext cx="4251901" cy="407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JDBC Implementation (</a:t>
            </a:r>
            <a:r>
              <a:rPr lang="en-US" dirty="0" err="1"/>
              <a:t>postgresql</a:t>
            </a:r>
            <a:r>
              <a:rPr lang="en-US" dirty="0"/>
              <a:t> driver)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7B1306-0DF8-72E2-D2BF-D7FDF46560F6}"/>
              </a:ext>
            </a:extLst>
          </p:cNvPr>
          <p:cNvSpPr/>
          <p:nvPr/>
        </p:nvSpPr>
        <p:spPr>
          <a:xfrm>
            <a:off x="1470453" y="218302"/>
            <a:ext cx="2224217" cy="407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Javascript</a:t>
            </a:r>
            <a:r>
              <a:rPr lang="en-US" dirty="0"/>
              <a:t> (</a:t>
            </a:r>
            <a:r>
              <a:rPr lang="en-US" dirty="0" err="1"/>
              <a:t>SvelteKit</a:t>
            </a:r>
            <a:r>
              <a:rPr lang="en-US" dirty="0"/>
              <a:t>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E568AA-F31F-7C20-B7FC-8423F45E5419}"/>
              </a:ext>
            </a:extLst>
          </p:cNvPr>
          <p:cNvSpPr/>
          <p:nvPr/>
        </p:nvSpPr>
        <p:spPr>
          <a:xfrm>
            <a:off x="3761059" y="212812"/>
            <a:ext cx="1339698" cy="407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(Kotlin App)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ED7665-BAE1-9C0E-0AAC-74EBC27C7C0F}"/>
              </a:ext>
            </a:extLst>
          </p:cNvPr>
          <p:cNvSpPr/>
          <p:nvPr/>
        </p:nvSpPr>
        <p:spPr>
          <a:xfrm>
            <a:off x="5200902" y="201139"/>
            <a:ext cx="2508424" cy="407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(JavaFX Application)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0D8AC5-6675-1EC9-7724-7A11EA025829}"/>
              </a:ext>
            </a:extLst>
          </p:cNvPr>
          <p:cNvSpPr/>
          <p:nvPr/>
        </p:nvSpPr>
        <p:spPr>
          <a:xfrm>
            <a:off x="231935" y="4141220"/>
            <a:ext cx="2477036" cy="24984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08A862-229B-0E62-BB64-204AF7AF1756}"/>
              </a:ext>
            </a:extLst>
          </p:cNvPr>
          <p:cNvSpPr/>
          <p:nvPr/>
        </p:nvSpPr>
        <p:spPr>
          <a:xfrm>
            <a:off x="2752713" y="4141219"/>
            <a:ext cx="2477036" cy="24984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A967B9-FC98-36BC-5F16-704D597AC869}"/>
              </a:ext>
            </a:extLst>
          </p:cNvPr>
          <p:cNvSpPr/>
          <p:nvPr/>
        </p:nvSpPr>
        <p:spPr>
          <a:xfrm>
            <a:off x="5281091" y="4142936"/>
            <a:ext cx="2477036" cy="24984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874805-0865-14D7-1C80-2DA2E7C27526}"/>
              </a:ext>
            </a:extLst>
          </p:cNvPr>
          <p:cNvSpPr/>
          <p:nvPr/>
        </p:nvSpPr>
        <p:spPr>
          <a:xfrm>
            <a:off x="894689" y="4576034"/>
            <a:ext cx="1124465" cy="36933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DBMS</a:t>
            </a:r>
          </a:p>
        </p:txBody>
      </p:sp>
      <p:sp>
        <p:nvSpPr>
          <p:cNvPr id="39" name="Magnetic Disk 38">
            <a:extLst>
              <a:ext uri="{FF2B5EF4-FFF2-40B4-BE49-F238E27FC236}">
                <a16:creationId xmlns:a16="http://schemas.microsoft.com/office/drawing/2014/main" id="{FE347599-5E42-F40C-37D7-D7D1F4D55F87}"/>
              </a:ext>
            </a:extLst>
          </p:cNvPr>
          <p:cNvSpPr/>
          <p:nvPr/>
        </p:nvSpPr>
        <p:spPr>
          <a:xfrm>
            <a:off x="1221555" y="5124367"/>
            <a:ext cx="470731" cy="582314"/>
          </a:xfrm>
          <a:prstGeom prst="flowChartMagneticDisk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EC2578-3EFA-7228-F2E4-984F3E3C301F}"/>
              </a:ext>
            </a:extLst>
          </p:cNvPr>
          <p:cNvSpPr/>
          <p:nvPr/>
        </p:nvSpPr>
        <p:spPr>
          <a:xfrm>
            <a:off x="2873649" y="4436036"/>
            <a:ext cx="2242764" cy="212208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9721BD-1AAB-3EF2-BF0C-2EE9EB24FB6F}"/>
              </a:ext>
            </a:extLst>
          </p:cNvPr>
          <p:cNvSpPr txBox="1"/>
          <p:nvPr/>
        </p:nvSpPr>
        <p:spPr>
          <a:xfrm>
            <a:off x="231935" y="6034904"/>
            <a:ext cx="2221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Local Postgres Installation</a:t>
            </a:r>
          </a:p>
          <a:p>
            <a:r>
              <a:rPr lang="en-US" sz="1400" dirty="0"/>
              <a:t>localhost:5432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CB7EC0-11C5-4EBE-9C3D-5B5E18776743}"/>
              </a:ext>
            </a:extLst>
          </p:cNvPr>
          <p:cNvSpPr/>
          <p:nvPr/>
        </p:nvSpPr>
        <p:spPr>
          <a:xfrm>
            <a:off x="3070343" y="4578909"/>
            <a:ext cx="1863301" cy="1671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BB011-27E8-628B-93D1-B24B377D5DCC}"/>
              </a:ext>
            </a:extLst>
          </p:cNvPr>
          <p:cNvSpPr/>
          <p:nvPr/>
        </p:nvSpPr>
        <p:spPr>
          <a:xfrm>
            <a:off x="3455387" y="4625329"/>
            <a:ext cx="1124465" cy="36933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DBMS</a:t>
            </a:r>
          </a:p>
        </p:txBody>
      </p:sp>
      <p:sp>
        <p:nvSpPr>
          <p:cNvPr id="45" name="Magnetic Disk 44">
            <a:extLst>
              <a:ext uri="{FF2B5EF4-FFF2-40B4-BE49-F238E27FC236}">
                <a16:creationId xmlns:a16="http://schemas.microsoft.com/office/drawing/2014/main" id="{452D81CF-6C03-24B9-369A-F99A57AA6AEC}"/>
              </a:ext>
            </a:extLst>
          </p:cNvPr>
          <p:cNvSpPr/>
          <p:nvPr/>
        </p:nvSpPr>
        <p:spPr>
          <a:xfrm>
            <a:off x="3782253" y="5173662"/>
            <a:ext cx="470731" cy="582314"/>
          </a:xfrm>
          <a:prstGeom prst="flowChartMagneticDisk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3AF593-FCAD-DA53-F84F-903D0CF5F67B}"/>
              </a:ext>
            </a:extLst>
          </p:cNvPr>
          <p:cNvSpPr txBox="1"/>
          <p:nvPr/>
        </p:nvSpPr>
        <p:spPr>
          <a:xfrm>
            <a:off x="2873649" y="6250347"/>
            <a:ext cx="7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Docker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B5AB52-4B0C-2AE8-CA78-D288E35E5DC5}"/>
              </a:ext>
            </a:extLst>
          </p:cNvPr>
          <p:cNvSpPr txBox="1"/>
          <p:nvPr/>
        </p:nvSpPr>
        <p:spPr>
          <a:xfrm>
            <a:off x="3050751" y="5774689"/>
            <a:ext cx="1964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Docker Postgres container</a:t>
            </a:r>
          </a:p>
          <a:p>
            <a:r>
              <a:rPr lang="en-US" sz="1200" dirty="0"/>
              <a:t>Port mapping -&gt; 5433:5432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BBFE7A-0EAF-1DA1-D262-25EFAD61D831}"/>
              </a:ext>
            </a:extLst>
          </p:cNvPr>
          <p:cNvSpPr txBox="1"/>
          <p:nvPr/>
        </p:nvSpPr>
        <p:spPr>
          <a:xfrm>
            <a:off x="231934" y="4149170"/>
            <a:ext cx="1328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Local machine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7D9A14-43D1-3E3F-C8FC-BF60180A3107}"/>
              </a:ext>
            </a:extLst>
          </p:cNvPr>
          <p:cNvSpPr txBox="1"/>
          <p:nvPr/>
        </p:nvSpPr>
        <p:spPr>
          <a:xfrm>
            <a:off x="3330124" y="4128259"/>
            <a:ext cx="1402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Local   machine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8D58ED-36B0-808B-38CE-32C037EE1553}"/>
              </a:ext>
            </a:extLst>
          </p:cNvPr>
          <p:cNvSpPr txBox="1"/>
          <p:nvPr/>
        </p:nvSpPr>
        <p:spPr>
          <a:xfrm>
            <a:off x="6268525" y="4128259"/>
            <a:ext cx="1511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Remote machine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8B0FA5E-C712-E2E6-AD42-5D052FE330BA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2582562" y="626075"/>
            <a:ext cx="0" cy="6761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D7D2988-CE29-985D-161E-38FC66828F7A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4430908" y="620585"/>
            <a:ext cx="0" cy="6933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CF7EC8-7123-F9CE-03BD-51AD8E816DE5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5436973" y="608912"/>
            <a:ext cx="1018141" cy="6933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A3A1CC3-22E1-4990-E758-E64774333DC2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3589638" y="1692873"/>
            <a:ext cx="0" cy="21074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BD444C-D3E4-8A64-BB83-8AD0C098D353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3589638" y="2311395"/>
            <a:ext cx="0" cy="17505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6B5BE9-C77F-98BA-BC3D-7E304295F4F1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3582871" y="2894221"/>
            <a:ext cx="6767" cy="16699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E56ADB-A848-51D9-C96F-6D3A3DDE831B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1456920" y="3468989"/>
            <a:ext cx="2125951" cy="110704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CE6EEA0-FFAF-DF5A-07AF-23193FA38E85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>
            <a:off x="3582871" y="3468989"/>
            <a:ext cx="434749" cy="115634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3DC0093A-6451-64BE-7C8D-E9BE88DBA8DF}"/>
              </a:ext>
            </a:extLst>
          </p:cNvPr>
          <p:cNvSpPr/>
          <p:nvPr/>
        </p:nvSpPr>
        <p:spPr>
          <a:xfrm>
            <a:off x="5398227" y="4439534"/>
            <a:ext cx="2242764" cy="21220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2B377F5-8806-4DC7-583A-000562BCF593}"/>
              </a:ext>
            </a:extLst>
          </p:cNvPr>
          <p:cNvSpPr/>
          <p:nvPr/>
        </p:nvSpPr>
        <p:spPr>
          <a:xfrm>
            <a:off x="5941659" y="4626659"/>
            <a:ext cx="1124465" cy="36933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DBMS</a:t>
            </a:r>
          </a:p>
        </p:txBody>
      </p:sp>
      <p:sp>
        <p:nvSpPr>
          <p:cNvPr id="85" name="Magnetic Disk 84">
            <a:extLst>
              <a:ext uri="{FF2B5EF4-FFF2-40B4-BE49-F238E27FC236}">
                <a16:creationId xmlns:a16="http://schemas.microsoft.com/office/drawing/2014/main" id="{08D59634-22AE-A518-9519-3FD9928C02C7}"/>
              </a:ext>
            </a:extLst>
          </p:cNvPr>
          <p:cNvSpPr/>
          <p:nvPr/>
        </p:nvSpPr>
        <p:spPr>
          <a:xfrm>
            <a:off x="6268525" y="5174992"/>
            <a:ext cx="470731" cy="582314"/>
          </a:xfrm>
          <a:prstGeom prst="flowChartMagneticDisk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637E3CF-B7B9-27B8-441A-B0204BDB4313}"/>
              </a:ext>
            </a:extLst>
          </p:cNvPr>
          <p:cNvCxnSpPr>
            <a:cxnSpLocks/>
            <a:stCxn id="39" idx="1"/>
            <a:endCxn id="38" idx="2"/>
          </p:cNvCxnSpPr>
          <p:nvPr/>
        </p:nvCxnSpPr>
        <p:spPr>
          <a:xfrm flipV="1">
            <a:off x="1456921" y="4945366"/>
            <a:ext cx="1" cy="17900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C50A6E7-72ED-1D63-6591-AE3150F829DB}"/>
              </a:ext>
            </a:extLst>
          </p:cNvPr>
          <p:cNvCxnSpPr>
            <a:cxnSpLocks/>
            <a:stCxn id="45" idx="1"/>
            <a:endCxn id="44" idx="2"/>
          </p:cNvCxnSpPr>
          <p:nvPr/>
        </p:nvCxnSpPr>
        <p:spPr>
          <a:xfrm flipV="1">
            <a:off x="4017619" y="4994661"/>
            <a:ext cx="1" cy="17900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D14555E-23F6-CB04-17FB-F61301290003}"/>
              </a:ext>
            </a:extLst>
          </p:cNvPr>
          <p:cNvCxnSpPr>
            <a:cxnSpLocks/>
            <a:stCxn id="85" idx="1"/>
            <a:endCxn id="84" idx="2"/>
          </p:cNvCxnSpPr>
          <p:nvPr/>
        </p:nvCxnSpPr>
        <p:spPr>
          <a:xfrm flipV="1">
            <a:off x="6503891" y="4995991"/>
            <a:ext cx="1" cy="17900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B6A7EF-B3E5-0DA6-D528-205D16F68191}"/>
              </a:ext>
            </a:extLst>
          </p:cNvPr>
          <p:cNvSpPr txBox="1"/>
          <p:nvPr/>
        </p:nvSpPr>
        <p:spPr>
          <a:xfrm>
            <a:off x="8018520" y="5496852"/>
            <a:ext cx="35432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DBMS can contain native code like PGPSQL</a:t>
            </a:r>
          </a:p>
          <a:p>
            <a:pPr algn="ctr"/>
            <a:r>
              <a:rPr lang="en-US" sz="1400" dirty="0"/>
              <a:t>Functions / Stored procedures / Triggers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Query tool can also connect to local DBMS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93A746D-444C-CC96-C05F-E1E6F95D3319}"/>
              </a:ext>
            </a:extLst>
          </p:cNvPr>
          <p:cNvSpPr/>
          <p:nvPr/>
        </p:nvSpPr>
        <p:spPr>
          <a:xfrm>
            <a:off x="8384057" y="4465600"/>
            <a:ext cx="2224217" cy="65876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DB Query Tool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eg</a:t>
            </a:r>
            <a:r>
              <a:rPr lang="en-US" sz="1400" dirty="0"/>
              <a:t> </a:t>
            </a:r>
            <a:r>
              <a:rPr lang="en-US" sz="1400" dirty="0" err="1"/>
              <a:t>PGAdmin</a:t>
            </a:r>
            <a:r>
              <a:rPr lang="en-US" sz="1400" dirty="0"/>
              <a:t>, </a:t>
            </a:r>
            <a:r>
              <a:rPr lang="en-US" sz="1400" dirty="0" err="1"/>
              <a:t>DBeaver</a:t>
            </a:r>
            <a:r>
              <a:rPr lang="en-US" sz="1400" dirty="0"/>
              <a:t>)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FA8899-B51D-8843-98C8-BEC3665225F4}"/>
              </a:ext>
            </a:extLst>
          </p:cNvPr>
          <p:cNvCxnSpPr>
            <a:cxnSpLocks/>
            <a:stCxn id="28" idx="2"/>
            <a:endCxn id="84" idx="0"/>
          </p:cNvCxnSpPr>
          <p:nvPr/>
        </p:nvCxnSpPr>
        <p:spPr>
          <a:xfrm>
            <a:off x="3582871" y="3468989"/>
            <a:ext cx="2921021" cy="115767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9C00ECE-5AB5-76DA-5894-DC5A7EE65B0C}"/>
              </a:ext>
            </a:extLst>
          </p:cNvPr>
          <p:cNvSpPr txBox="1"/>
          <p:nvPr/>
        </p:nvSpPr>
        <p:spPr>
          <a:xfrm>
            <a:off x="5408984" y="6053079"/>
            <a:ext cx="1742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Host: &lt;</a:t>
            </a:r>
            <a:r>
              <a:rPr lang="en-US" sz="1400" dirty="0" err="1"/>
              <a:t>ip</a:t>
            </a:r>
            <a:r>
              <a:rPr lang="en-US" sz="1400" dirty="0"/>
              <a:t>-address&gt;</a:t>
            </a:r>
          </a:p>
          <a:p>
            <a:r>
              <a:rPr lang="en-US" sz="1400" dirty="0"/>
              <a:t>Port: &lt;port number&gt;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8A3841C-212E-4310-06E5-27D792E41AF9}"/>
              </a:ext>
            </a:extLst>
          </p:cNvPr>
          <p:cNvCxnSpPr>
            <a:cxnSpLocks/>
            <a:stCxn id="84" idx="3"/>
            <a:endCxn id="100" idx="1"/>
          </p:cNvCxnSpPr>
          <p:nvPr/>
        </p:nvCxnSpPr>
        <p:spPr>
          <a:xfrm flipV="1">
            <a:off x="7066124" y="4794984"/>
            <a:ext cx="1317933" cy="163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FAE64AB-95FC-DF5E-C582-7E0903346620}"/>
              </a:ext>
            </a:extLst>
          </p:cNvPr>
          <p:cNvSpPr/>
          <p:nvPr/>
        </p:nvSpPr>
        <p:spPr>
          <a:xfrm>
            <a:off x="8384056" y="3365701"/>
            <a:ext cx="2182141" cy="244241"/>
          </a:xfrm>
          <a:prstGeom prst="rect">
            <a:avLst/>
          </a:prstGeom>
          <a:solidFill>
            <a:srgbClr val="0070C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ORM like Hibernate (optional)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296E867-9DF2-D1BB-1114-AA3312843281}"/>
              </a:ext>
            </a:extLst>
          </p:cNvPr>
          <p:cNvSpPr/>
          <p:nvPr/>
        </p:nvSpPr>
        <p:spPr>
          <a:xfrm>
            <a:off x="8384057" y="3668405"/>
            <a:ext cx="2182141" cy="361100"/>
          </a:xfrm>
          <a:prstGeom prst="rect">
            <a:avLst/>
          </a:prstGeom>
          <a:solidFill>
            <a:srgbClr val="0070C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Migration tool like Flyway / Liquibase (optional)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9FCDC30-E1DB-8160-FAE8-2254CEA075C3}"/>
              </a:ext>
            </a:extLst>
          </p:cNvPr>
          <p:cNvSpPr/>
          <p:nvPr/>
        </p:nvSpPr>
        <p:spPr>
          <a:xfrm>
            <a:off x="5529060" y="2518015"/>
            <a:ext cx="345990" cy="34942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0A66120-50D3-153F-BB26-D7031E5856A4}"/>
              </a:ext>
            </a:extLst>
          </p:cNvPr>
          <p:cNvCxnSpPr>
            <a:cxnSpLocks/>
            <a:stCxn id="116" idx="6"/>
          </p:cNvCxnSpPr>
          <p:nvPr/>
        </p:nvCxnSpPr>
        <p:spPr>
          <a:xfrm>
            <a:off x="5875050" y="2692727"/>
            <a:ext cx="2509005" cy="684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AC2F984-2048-3CCE-4B10-D1CB43D2EC2E}"/>
              </a:ext>
            </a:extLst>
          </p:cNvPr>
          <p:cNvCxnSpPr>
            <a:cxnSpLocks/>
            <a:stCxn id="116" idx="6"/>
          </p:cNvCxnSpPr>
          <p:nvPr/>
        </p:nvCxnSpPr>
        <p:spPr>
          <a:xfrm>
            <a:off x="5875050" y="2692727"/>
            <a:ext cx="2509006" cy="1317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27AD0A6-10F4-191D-DA5D-FA5382DDB1D4}"/>
              </a:ext>
            </a:extLst>
          </p:cNvPr>
          <p:cNvCxnSpPr>
            <a:cxnSpLocks/>
            <a:stCxn id="116" idx="6"/>
          </p:cNvCxnSpPr>
          <p:nvPr/>
        </p:nvCxnSpPr>
        <p:spPr>
          <a:xfrm>
            <a:off x="5875050" y="2692727"/>
            <a:ext cx="4687448" cy="679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724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122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Ham,Richard R.T.H. van den</dc:creator>
  <cp:lastModifiedBy>Ham,Richard R.T.H. van den</cp:lastModifiedBy>
  <cp:revision>6</cp:revision>
  <dcterms:created xsi:type="dcterms:W3CDTF">2026-03-08T15:39:08Z</dcterms:created>
  <dcterms:modified xsi:type="dcterms:W3CDTF">2026-03-17T10:08:08Z</dcterms:modified>
</cp:coreProperties>
</file>